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5087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NATIVE 시대,</a:t>
            </a:r>
            <a:endParaRPr lang="en-US" sz="3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 트렌드  ·  기획 문서 계층  ·  프로토타입 데모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FastCampus  |  2026.04.16  |  차성재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657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PM의 고유 역할과 AI 시대 변화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문서 계층 (Why → What → How)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라이브 데모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188720"/>
            <a:ext cx="45720" cy="23774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83480" y="173736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→ PRD 재료 (5개 항목)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Manyfast.io로 PRD 초안 생성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Code로 HTML 프로토타입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목표: PRD + 동작하는 프로토타입을 직접 만들어 가기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PM 채용 공고에서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가장 많이 추가된</a:t>
            </a:r>
            <a:endParaRPr lang="en-US" sz="3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 vs  2026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AI, PM 채용의 뉴노멀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2514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언급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Prototyping 우대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약 3배 증가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AI가 PM을</a:t>
            </a:r>
            <a:endParaRPr lang="en-US" sz="3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371600" y="2651760"/>
            <a:ext cx="6400800" cy="6400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2651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그렇다면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43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개발자도 PRD를 쓸 수 있고, PM도 코드를 짤 수 있는 시대. 그래서 PM의 본질이 더 중요해졌다.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34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74720" y="1234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산업과 시장의 맥락을 깊이 이해하고, 현재 상태에서 유의미한 방향을 정의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74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1874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수익성, 신규 고객 확장력, 투자자/이사회 기대치를 종합한 제품 결정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514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74720" y="2514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주어진 예산 · 기간 · 개발 인력 안에서 최대 아웃풋을 설계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15468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474720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하나하나에 P0/P1/P2를 부여할 수 있는 판단력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실행 속도를 높여주지만, 무엇을 실행할지 결정하는 것은 PM이다.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경쟁사 분석, 시장 데이터 정리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구조화, 기능 명세 초안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프로토타입 코드 생성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프레임워크 제안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"이것을 왜 지금 해야 하는가" 판단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트레이드오프 결정 (범위 vs 일정 vs 품질)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이해관계자 합의와 우선순위 조율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데이터 해석과 비즈니스 판단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256032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~2019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2377440"/>
            <a:ext cx="22860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66160" y="1188720"/>
            <a:ext cx="256032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0332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2020~24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2377440"/>
            <a:ext cx="2286000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4"/>
          <p:cNvSpPr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1188720"/>
            <a:ext cx="2560320" cy="25603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325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1645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2025~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37960" y="2377440"/>
            <a:ext cx="2286000" cy="27432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2514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 설계자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560320"/>
                <a:gridCol w="274320"/>
                <a:gridCol w="4114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(AI Native)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문서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→ Notion, 수동 작성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AI가 PRD 초안 생성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프로토타입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PM이 직접 AI로 생성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검증 속도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 시간 (즉시 확인)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 역할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기능 전달자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맥락 설계자 + 판단자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143000"/>
            <a:ext cx="640080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143000"/>
            <a:ext cx="45720" cy="5029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1143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2-Pager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89120" y="11430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이걸 하는가?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1828800"/>
            <a:ext cx="640080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1" name="Shape 9"/>
          <p:cNvSpPr/>
          <p:nvPr/>
        </p:nvSpPr>
        <p:spPr>
          <a:xfrm>
            <a:off x="1371600" y="1828800"/>
            <a:ext cx="45720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무엇을, 왜, 누구를 위해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97680" y="23317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71600" y="2514600"/>
            <a:ext cx="640080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1371600" y="2514600"/>
            <a:ext cx="45720" cy="5029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5"/>
          <p:cNvSpPr/>
          <p:nvPr/>
        </p:nvSpPr>
        <p:spPr>
          <a:xfrm>
            <a:off x="1600200" y="2514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Specs · HLD · ADR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389120" y="2514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만들고 왜 그렇게 결정했는가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97680" y="3017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↓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371600" y="3200400"/>
            <a:ext cx="640080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371600" y="3200400"/>
            <a:ext cx="45720" cy="5029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20"/>
          <p:cNvSpPr/>
          <p:nvPr/>
        </p:nvSpPr>
        <p:spPr>
          <a:xfrm>
            <a:off x="1600200" y="32004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389120" y="3200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출시·운영하는가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737360" y="1188720"/>
            <a:ext cx="6675120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1188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188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 · 비즈니스 근거 · 데이터 증거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914400" cy="5486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37360" y="1965960"/>
            <a:ext cx="6675120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206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 · 사용자 · 범위 · 기능 명세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914400" cy="5486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43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737360" y="2743200"/>
            <a:ext cx="6675120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· 실험 설계 · 롤아웃 전략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7947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Why가 흔들리면, What과 How는 의미가 없다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Native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2-Pager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1~2주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수시간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Wireframe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수일 (디자이너 의뢰)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수분 (AI 자동 생성)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수주 (개발 의뢰)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6B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수십분 (AI 코드 생성)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11887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서비스명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11887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6459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16459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타겟 유저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00400" y="16459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103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1031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문제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21031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5603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560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2560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활용점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00400" y="25603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01752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성공 기준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00400" y="30175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3749040"/>
            <a:ext cx="7680960" cy="3657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749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5개만 명확하면 AI가 나머지를 채워줍니다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🎯  문제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2801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직장인 12분 × 250일 = 연 50시간 '뭐 먹지?' 고민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76809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874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💡  솔루션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68880" y="1874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기분 + 예산 + 위치 → AI 맞춤 메뉴 3개 추천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468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📊  KPI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4688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수락률 60%, 재사용률 주 3회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76809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🤖  AI 모델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468880" y="30632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— 월 $15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8404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공유: PRD.md 라이브 시연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HTML 파일, 외부 API 없음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기분 선택 → 예산 선택 → AI 추천 결과</a:t>
            </a:r>
            <a:endParaRPr lang="en-US" sz="16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반응형, 실제 버튼 동작 포함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공유: 프로토타입 라이브 시연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이제 여러분 차례입니다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→ PRD → 프로토타입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828800" y="3200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완성도가 아닙니다.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과정을 경험하는 것이 목적입니다.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1005840" cy="365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188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 세팅 + 트랙 선택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1700784"/>
            <a:ext cx="1005840" cy="365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007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17007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7007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→ PRD 재료 (5개 항목)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212848"/>
            <a:ext cx="1005840" cy="365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2128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2128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212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Manyfast.io → PRD 초안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2724912"/>
            <a:ext cx="1005840" cy="365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249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2724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7249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→ HTML 프로토타입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3236976"/>
            <a:ext cx="1005840" cy="36576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23697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Buffer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920240" y="32369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323697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+ 발표 준비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Manyfast.io 로그인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Claude.ai 또는 Claude Code 접속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메모장 준비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6576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344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공통 트랙: 강사 주제 따라가기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(오늘의 점심 메이트)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423160"/>
            <a:ext cx="36576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2423160"/>
            <a:ext cx="45720" cy="10972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2468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자유 트랙: 본인 아이디어 진행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 1개로 좁히기!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31520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37160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서비스명: 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78308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타겟 유저: 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219456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핵심 문제: 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60604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AI 활용점: 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30175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성공 기준: 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1188720"/>
            <a:ext cx="731520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188720"/>
            <a:ext cx="45720" cy="2560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137160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서비스명: </a:t>
            </a:r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점심 메이트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78308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타겟 유저: </a:t>
            </a:r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점심 메뉴 고민이 많은 직장인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핵심 문제: </a:t>
            </a:r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매일 '뭐 먹지?' 고민에 12분 낭비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60604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AI 활용점: </a:t>
            </a:r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기분/예산 기반 맞춤 메뉴 추천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88720" y="3017520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성공 기준: </a:t>
            </a:r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수락률 60%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새 프로젝트 생성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5개 항목 입력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PRD 생성 실행 (~1분)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핵심 기능 부분만 복사 → 메모장 저장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PRD 전체 복사 금지 — 3줄 요약만 저장 (토큰 절감)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2: PRD 검수 포인트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문제 정의에 구체적 수치가 있는가?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768096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920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 Scope / Out of Scope가 구분되어 있는가?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768096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60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성공 지표에 측정 가능한 숫자가 있는가?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23774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71600"/>
            <a:ext cx="7132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프롬프트를 복사해서 바로 사용하세요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943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문제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안 열림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확장자 .html 확인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화면이 하양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'콘솔 오류 확인해줘' 재요청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디자인 깨짐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'모바일에 맞게 CSS 수정해줘'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응답 끊김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'이어서 작성해줘' 입력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371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01168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840480" y="1645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구조화한 제품 기획서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01168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4048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15분 만에 만든 동작하는 데모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01168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4048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내일부터 반복할 수 있는 프로세스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4904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6072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차성재  |  FastCampus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차성재</cp:lastModifiedBy>
  <cp:revision>1</cp:revision>
  <dcterms:created xsi:type="dcterms:W3CDTF">2026-04-15T23:39:36Z</dcterms:created>
  <dcterms:modified xsi:type="dcterms:W3CDTF">2026-04-15T23:39:36Z</dcterms:modified>
</cp:coreProperties>
</file>