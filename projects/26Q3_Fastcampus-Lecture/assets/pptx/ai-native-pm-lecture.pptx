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0" r:id="rId30"/>
    <p:sldId id="284" r:id="rId31"/>
    <p:sldId id="285" r:id="rId32"/>
    <p:sldId id="286" r:id="rId33"/>
    <p:sldId id="287" r:id="rId34"/>
    <p:sldId id="288" r:id="rId35"/>
    <p:sldId id="289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9825"/>
    <p:restoredTop sz="94610"/>
  </p:normalViewPr>
  <p:slideViewPr>
    <p:cSldViewPr snapToGrid="0" snapToObjects="1">
      <p:cViewPr varScale="1">
        <p:scale>
          <a:sx n="174" d="100"/>
          <a:sy n="174" d="100"/>
        </p:scale>
        <p:origin x="1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614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6DAFC-C4E8-ACB6-AA95-B720E6BDA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3DAD6-4CDA-B302-8791-53E502E23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F4B8E-58B2-7D3B-1AD0-79C18C687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0DEC8-05B6-3324-5123-54F438A846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099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milesjcha/ai-native-p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시대,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글로벌 PM 트렌드  ·  기획 문서 계층  ·  AI 도구 협업  ·  프로토타입 데모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FastCampus  |  2026.04.1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7</a:t>
            </a: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|  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                                                                                                            </a:t>
            </a:r>
            <a:r>
              <a:rPr lang="en-US" sz="1300" dirty="0" err="1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</a:t>
            </a:r>
            <a:endParaRPr lang="en-US" sz="1300" dirty="0">
              <a:solidFill>
                <a:srgbClr val="FF6B35"/>
              </a:solidFill>
              <a:latin typeface="NanumGothic" pitchFamily="34" charset="0"/>
              <a:ea typeface="NanumGothic" pitchFamily="34" charset="-122"/>
              <a:cs typeface="NanumGothic" pitchFamily="34" charset="-120"/>
            </a:endParaRPr>
          </a:p>
          <a:p>
            <a:pPr marL="0" indent="0" algn="r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Agentic AI PM @ 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MUSINSA</a:t>
            </a:r>
            <a:b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</a:b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AI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 부문 겸임교수 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@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 서울시립대 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|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</a:rPr>
              <a:t> 아주대</a:t>
            </a:r>
            <a:endParaRPr lang="en-US" altLang="ko-KR" sz="1300" dirty="0">
              <a:solidFill>
                <a:srgbClr val="FF6B35"/>
              </a:solidFill>
              <a:latin typeface="NanumGothic" pitchFamily="34" charset="0"/>
              <a:ea typeface="NanumGothic" pitchFamily="34" charset="-122"/>
            </a:endParaRPr>
          </a:p>
          <a:p>
            <a:pPr marL="0" indent="0" algn="r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31925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423365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🎤  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834845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본질과 고유 역할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3가지 시대: Feature → Product-Led → AI Native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기획 문서 계층과 Why→What→How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도구 협업 마스터 플랜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라이브 데모: PRD + 프로토타입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331925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0" y="1331925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2040" y="1423365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💻  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834845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재료 (5개 항목)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Manyfast.io로 PRD </a:t>
            </a:r>
            <a:r>
              <a:rPr lang="en-US" sz="1200" dirty="0" err="1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초안</a:t>
            </a: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200" dirty="0" err="1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생성</a:t>
            </a:r>
            <a:endParaRPr lang="en-US" sz="1200" dirty="0">
              <a:solidFill>
                <a:srgbClr val="2A2A2A"/>
              </a:solidFill>
              <a:latin typeface="NanumGothic" pitchFamily="34" charset="0"/>
              <a:ea typeface="NanumGothic" pitchFamily="34" charset="-122"/>
              <a:cs typeface="NanumGothic" pitchFamily="34" charset="-120"/>
            </a:endParaRPr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Claude</a:t>
            </a:r>
            <a:r>
              <a:rPr lang="ko-KR" alt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 </a:t>
            </a:r>
            <a:r>
              <a:rPr lang="en-US" altLang="ko-KR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Code</a:t>
            </a:r>
            <a:r>
              <a:rPr lang="ko-KR" alt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로 </a:t>
            </a:r>
            <a:r>
              <a:rPr lang="en-US" altLang="ko-KR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PRD </a:t>
            </a:r>
            <a:r>
              <a:rPr lang="ko-KR" alt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</a:rPr>
              <a:t>최종 개선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Code로 HTML </a:t>
            </a:r>
            <a:r>
              <a:rPr lang="en-US" sz="1200" dirty="0" err="1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오늘의 목표:  PRD + 동작하는 프로토타입을 직접 만들어 가기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 채용 공고에서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가장 많이 추가된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2024  vs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손 들기 유도:  "AI?  프로토타이핑?  데이터?"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AI, PM 채용의 뉴노멀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ProductBoard PM Hiring Report 기반 분석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827446"/>
              </p:ext>
            </p:extLst>
          </p:nvPr>
        </p:nvGraphicFramePr>
        <p:xfrm>
          <a:off x="1097280" y="1766351"/>
          <a:ext cx="6949440" cy="14173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언급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프로토타이핑 우대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역량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2024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23%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2026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67%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52%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38%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229391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약 3배 증가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출처: PM 채용 트렌드 리포트 2024-2026, 글로벌 채용 플랫폼 데이터 종합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PM을</a:t>
            </a:r>
            <a:endParaRPr lang="en-US" sz="3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그렇다면,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0945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개발자도 PRD를 쓸 수 있고, AI가 코드도 만들어주는 시대 — PM의 본질이 더 중요해졌다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53726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65372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65372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65372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실제 산업 현장의 맥락을 파악하고, 현재 상태에서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유의미한 방향성을 정의하는 능력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2202366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0080" y="2312094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231209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1209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31209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수익성 · 신규 고객 확장력 · 대표/이사회/투자자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기대치를 종합하여 제품 방향을 결정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80160" y="2860734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2970462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97046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97046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97046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주어진 예산 · 기간 · 개발 인력 안에서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최대 아웃풋을 내는 현실적 스코프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3519102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3628830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62883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62883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62883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기능 하나하나에 P0/P1/P2를 매기고,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 먼저 만들지 결정하는 판단력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실행 속도를 높여주지만, 무엇을 실행할지 결정하는 것은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13983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405423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16903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 데이터 수집 · 경쟁사 분석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구조화 · 기능 명세 초안 작성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 코드 생성 (HTML/React)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KPI 프레임워크 제안 · 지표 설계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시나리오 · 엣지 케이스 도출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313983"/>
            <a:ext cx="374904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846320" y="1405423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16903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"이것을 왜 지금 해야 하는가"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트레이드오프 결정 (범위 vs 일정 vs 품질)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이해관계자 합의와 우선순위 조율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자사 데이터 해석과 비즈니스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Go / No-Go 의사결정과 리스크 관리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최고의 부사수. 하지만 방향을 정하는 건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4372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4534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9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0935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~2019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39528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486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806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Jira · Word · PPT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30810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분기 단위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34372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4534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709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0935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2020~24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39528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520440" y="2486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806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Notion · Figma · A/B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30810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2주 스프린트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343720"/>
            <a:ext cx="251460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4534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709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63640" y="20935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2025~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2395280"/>
            <a:ext cx="2240280" cy="18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263640" y="2486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맥락 설계자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2806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· Cursor · Manyfast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30810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시간~일 단위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Dennis Yang (Chime PM): Claude Code로 20분 만에 프로토타입 → 팀 미팅에서 실제 동작 시연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"Tell"에서 "Show"로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06157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역할 변화: 문서로 설명하던 시대에서, 만들어서 보여주는 시대로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36867"/>
              </p:ext>
            </p:extLst>
          </p:nvPr>
        </p:nvGraphicFramePr>
        <p:xfrm>
          <a:off x="457200" y="1460437"/>
          <a:ext cx="8229600" cy="1874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시대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방식 (Tell)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새로운 방식 (Show)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Feature PM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 문서로 설명 → 개발팀에 전달 → 분기 후 결과 확인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Product-Led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프로토타입 의뢰 → A/B 테스트 → 2주 스프린트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→ PRD → 프로토타입 직접 생성 → 시간 단위 검증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609277"/>
            <a:ext cx="786384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640080" y="3609277"/>
            <a:ext cx="36576" cy="5029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22960" y="3609277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바이브 프로토타이핑 (Vibe Prototyping) — 텍스트 프롬프트만으로 기능적 소프트웨어를 생성하는 새로운 패러다임  (Forbes, 2026)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585944"/>
              </p:ext>
            </p:extLst>
          </p:nvPr>
        </p:nvGraphicFramePr>
        <p:xfrm>
          <a:off x="365760" y="1428659"/>
          <a:ext cx="8412480" cy="23774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구분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Before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After (AI Native)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문서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Word → Notion, 수동 작성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AI가 PRD 초안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프로토타입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PM이 직접 AI로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속도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시간 (즉시 확인)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PM 역할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 전달자 (Tell)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맥락 설계자 (Show)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주기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분기 1회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주 단위 반복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PM의 3가지 무기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510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62510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62510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프롬프팅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62510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코딩이 아니라, AI에게 의도를 정확히 전달하는 능력.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맥락(Context)을 잘 구조화하는 것이 핵심.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0234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240234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240234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 정의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40234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 제품에서 AI가 어디서 가치를 만드는가?"를 설계.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수 있는 작업 vs PM이 판단할 작업을 구분.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17958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317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3179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빠른 검증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317958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"만들어서 확인하기"를 일상화하는 습관.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→ 프로토타입 → 피드백을 시간 단위로 반복.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코드를 쓸 줄 몰라도 됩니다. AI에게 무엇을 시킬지 알면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56511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아래 → 위 참조, 위 → 아래 링크  |  PRD가 SSOT (Single Source of Truth)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84577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684577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638857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88720" y="1638857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71600" y="1638857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2-Pager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1638857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왜 이걸 하는가?  (리더십 승인용)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114345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42945"/>
            <a:ext cx="411480" cy="38404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342945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2297225"/>
            <a:ext cx="7315200" cy="475488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188720" y="2297225"/>
            <a:ext cx="36576" cy="4754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371600" y="2297225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2297225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무엇을, 왜, 누구를 위해 만드는가?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772713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001313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3001313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2955593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188720" y="2955593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371600" y="2955593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Specs · HLD · LLD · ADR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2955593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보이고, 어떻게 구현하고, 왜 그렇게 결정했는가?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3431081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659681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0080" y="3659681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88720" y="3613961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188720" y="3613961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371600" y="3613961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3613961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출시 · 운영 · 모니터링하는가?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참고: Specs = 와이어프레임/UX 흐름  |  HLD = 상위 설계  |  LLD = 상세 설계  |  ADR = 의사결정 기록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79384"/>
            <a:ext cx="822960" cy="5943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79384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00200" y="1579384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783080" y="157938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57938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§3 문제 정의 · 비즈니스 근거 · 데이터 증거 · 사용자 VOC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2344"/>
            <a:ext cx="822960" cy="59436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2402344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00200" y="2402344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83080" y="24023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240234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§4-§6 솔루션 · 페르소나 · 범위(In/Out) · 기능 명세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225304"/>
            <a:ext cx="822960" cy="59436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225304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00200" y="3225304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783080" y="322530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322530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§11 KPI · 실험 설계 · 롤아웃 전략 · Release Gate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Why가 흔들리면, What과 How는 의미가 없다. 항상 Why부터.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품질 검증: 3가지 관점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0471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Approved 상태 전환을 위한 3-관점 평가 프레임워크  |  각 관점 최소 기준 통과 필수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79" y="1542213"/>
            <a:ext cx="8132213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542213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1542213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리더십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86225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프로젝트에 투자할 가치가 있는가?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154221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전략 정합성 · 문제 정의 명확성 · ROI 합리성 · 시장 적합성 · 우선순위 정당성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79" y="2365173"/>
            <a:ext cx="8132213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365173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2365173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디자이너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68521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PRD만으로 와이어프레임을 그릴 수 있는가?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36517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시나리오 완전성 · UI/UX 플로우 · 가드레일/예외 · 컴포넌트 명세 · P0/P1 기능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79" y="3188133"/>
            <a:ext cx="8132213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31520" y="3188133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3188133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EM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50817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범위를 주어진 기간/리소스로 만들 수 있는가?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318813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성공 지표 측정 가능성 · 비용 추정 · 공수 산정(MD/MM) · 스코프 실현성 · NFR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각 관점 35점 만점, 23점 이상 통과  |  상세 기준: docs/evaluation/ 참조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021761"/>
              </p:ext>
            </p:extLst>
          </p:nvPr>
        </p:nvGraphicFramePr>
        <p:xfrm>
          <a:off x="457200" y="1400963"/>
          <a:ext cx="8229600" cy="23774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단계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소요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주요 도구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2-Pager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Gemini Deep Research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1~2주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수시간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Manyfast, Claude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Wireframe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AI (Make), v0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Prototype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수십분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 Code, Cursor, Replit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배포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Vercel, Replit, Lovable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흐름: 아이디어 → PRD → 와이어프레임 → 프로토타입 → 배포까지 하루 안에 가능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5712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전체를 쓸 필요 없습니다. 이 5가지만 명확하면 AI가 나머지를 채워줍니다.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966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6966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600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서비스명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6600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66004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직관적이고 기억하기 쉬운 이름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172108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21721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13553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타겟 유저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21355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21355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행동 패턴까지 구체적으로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647596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647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26110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핵심 문제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26110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52160" y="26110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정량 수치가 있으면 강력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123084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123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30865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0" y="30865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0" y="30865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구체적 작업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598572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5985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56199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성공 기준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356199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356199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측정 가능한 숫자로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4128924"/>
            <a:ext cx="7863840" cy="4114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0080" y="412892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이 5개만 명확하면 AI가 나머지를 채워줍니다  →  실습 Step 1에서 직접 작성!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도구 협업: 마스터 플랜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284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하나의 도구가 아닌, 여러 AI 도구를 조합하여 PM 워크플로우를 가속화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82740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4827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리서치 → PRD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827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Gemini Deep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4827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시장/경쟁 분석 → 구조화된 PRD 초안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958228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195822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와이어프레임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9582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Figma AI (Make)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19582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기반 자동 UI 레이아웃 생성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433716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77240" y="24337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프로토타입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4337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Code + Cursor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77840" y="243371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PRD에서 동작하는 HTML/React 앱 생성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909204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77240" y="29092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디자인 → 코드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9092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Figma + Google Stitch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77840" y="29092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Figma 디자인을 코드로 변환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384692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33846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프로토타입 → 배포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3846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Replit / Lovable / Vercel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33846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1-click 배포로 외부 공유 가능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핵심: 어떤 도구를 쓰느냐가 아니라, PM이 '무엇을' 지시할지를 아는 것이 경쟁력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실전 도구 조합 예시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7082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60280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A:  기획 → 프로토타입 → 배포 (오늘 실습)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96856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(리서치)  →  Manyfast (PRD)  →  Claude Code (프로토타입)  →  Vercel / Replit (배포)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28860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5개 입력 → PRD 초안(~5분) → HTML 생성(~15분) → 배포(~2분)  =  총 30분 이내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837242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88296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B:  디자인 중심 (Figma 활용)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4872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(PRD)  →  Figma AI / Make (와이어프레임)  →  Google Stitch (코드 변환)  →  Lovable (배포)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56876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디자인 시스템이 중요한 B2C 서비스에 적합  |  Figma → 코드 자동 변환으로 개발 공수 절감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Google AI Studio: Gemini 기반 프롬프트 테스트 · 멀티모달 분석에 활용 가능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15832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14158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🎯  문제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4158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12분 × 250일 = 연 50시간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'뭐 먹지?' 고민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037624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20376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💡  솔루션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037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+ 예산 + 위치 →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맞춤 메뉴 3개 추천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659416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65941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📊  KPI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6594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수락률 60%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재사용률 주 3회, NPS 40+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81208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328120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🤖  AI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2812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Haiku — 월 $15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p95 응답 &lt; 2초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📋  화면 공유: PRD.md 라이브 시연</a:t>
            </a:r>
            <a:endParaRPr lang="en-US" sz="1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38BA2D2-1173-2ECB-2968-AF3AE2177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118" y="457200"/>
            <a:ext cx="3625882" cy="203790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74096E44-ED7E-8B2D-1226-57DB8FE93E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4391"/>
          <a:stretch>
            <a:fillRect/>
          </a:stretch>
        </p:blipFill>
        <p:spPr>
          <a:xfrm>
            <a:off x="6944397" y="1492592"/>
            <a:ext cx="2199603" cy="31937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단일 HTML 파일, 외부 API 없음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선택 → 예산 선택 → AI 추천 결과 3개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모바일 반응형, 실제 버튼 동작 포함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6가지 기분 × 3가지 예산 = 54개 메뉴 데이터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수락/거절 피드백 UI 포함</a:t>
            </a:r>
            <a:endParaRPr lang="en-US" sz="13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61A02-F381-0EA4-1462-CCAFE9A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47" y="639556"/>
            <a:ext cx="2157973" cy="386438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이제 여러분 차례입니다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 →  PRD  →  프로토타입  →  배포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3291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완성도가 아닙니다.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과정을 경험하는 것이 목적입니다.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🕐  잠시 쉬고, 19:20에 실습 시작!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79088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47908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46080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4608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환경 세팅 + 트랙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460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 · Claude · 메모장 준비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09440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2009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1991152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99115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→ PRD 재료 (5개 항목)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9911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서비스명/타겟/문제/AI활용/성공기준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539792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539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52150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5215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 err="1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Manyfast.io</a:t>
            </a:r>
            <a:r>
              <a:rPr lang="ko-KR" alt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 </a:t>
            </a: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(</a:t>
            </a:r>
            <a:r>
              <a:rPr lang="en-US" altLang="ko-KR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PRD </a:t>
            </a:r>
            <a:r>
              <a:rPr lang="en-US" altLang="ko-KR" sz="1300" dirty="0" err="1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초안</a:t>
            </a: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) → </a:t>
            </a:r>
          </a:p>
          <a:p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VS Code + Claude</a:t>
            </a:r>
            <a:r>
              <a:rPr lang="ko-KR" alt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 </a:t>
            </a: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(PRD </a:t>
            </a:r>
            <a:r>
              <a:rPr lang="ko-KR" alt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개선</a:t>
            </a:r>
            <a:r>
              <a:rPr lang="en-US" altLang="ko-KR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5215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생성 + 검수 포인트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070144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307014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305185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30518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→ HTML 프로토타입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305185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→ 생성 → 확인 → 배포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600496"/>
            <a:ext cx="100584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" y="360049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Buffer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358220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5822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저장 + 발표 준비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582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결과물 저장, 엘리베이터 피치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5440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Manyfast.io 로그인 완료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016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Claude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Desktop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or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VSCode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+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접속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8592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메모장</a:t>
            </a: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or Notion 준비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5168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제공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github</a:t>
            </a: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ko-KR" alt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연동 기반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작업</a:t>
            </a: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폴더</a:t>
            </a: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3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생성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454406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937760" y="150012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🟢  공통 트랙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82016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강사 주제 따라가기 (오늘의 점심 메이트)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처음 해보는 분 추천!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688846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754880" y="2688846"/>
            <a:ext cx="36576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983480" y="273456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🔵  자유 트랙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305460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본인 아이디어로 자율 진행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기능 1개로 좁히기!</a:t>
            </a:r>
            <a:endParaRPr lang="en-US" sz="11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A53C9B35-E1F1-BB92-988A-D54FA2CCAE57}"/>
              </a:ext>
            </a:extLst>
          </p:cNvPr>
          <p:cNvSpPr/>
          <p:nvPr/>
        </p:nvSpPr>
        <p:spPr>
          <a:xfrm>
            <a:off x="886968" y="29273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hlinkClick r:id="rId3"/>
              </a:rPr>
              <a:t>https://github.com/smilesjcha/ai-native-pm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26801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97280" y="145089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서비스명:  ___________________________________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86237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타겟 유저:  ___________________________________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7385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핵심 문제:  ___________________________________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68533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AI 활용점:  ___________________________________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09681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5.  성공 기준:  ___________________________________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05693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530181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22960" y="1530181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97280" y="1713061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1.  서비스명: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오늘의 점심 메이트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124541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2.  타겟 유저: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점심 메뉴 고민이 많은 직장인 (강남/판교 오피스)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536021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3.  핵심 문제: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매일 '뭐 먹지?' 고민에 12분 낭비, 65% 같은 메뉴 반복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947501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4.  AI 활용점: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기분/예산 기반 맞춤 메뉴 3개 추천 (Claude Haiku)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358981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5.  성공 기준: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추천 수락률 60%, 주간 재사용 3회 이상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짝꿍 피드백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20897" y="150204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옆 사람에게 보여주세요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09617" y="2325004"/>
            <a:ext cx="548640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992497" y="24164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"이 서비스를 당장 쓸 것 같나요?"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92497" y="29193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네 → 좋은 신호! 🎯    |    글쎄 → 핵심 문제 다시 점검 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 짝꿍의 첫 반응이 냉담하면, 문제 정의를 더 날카롭게 다듬어보세요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4832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새 프로젝트 생성 (프로젝트명 입력)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5개 항목을 프로젝트 설명에 붙여넣기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생성 실행 (~1분 소요)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PRD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내용 및 기능명세서 </a:t>
            </a:r>
            <a:r>
              <a:rPr lang="en-US" sz="1400" b="1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복사</a:t>
            </a:r>
            <a:endParaRPr 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81F30F3-C153-A5DC-0433-58FB8FFE4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226" y="1179576"/>
            <a:ext cx="4826049" cy="30587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9FCD8-8265-D5F3-BC01-88C2E233E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CAB8CF3-7382-1AF9-EC68-1E018EFEABF0}"/>
              </a:ext>
            </a:extLst>
          </p:cNvPr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6F0A133-D8BD-74C0-DAD0-32D9733FE97B}"/>
              </a:ext>
            </a:extLst>
          </p:cNvPr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5AACFD0-5D45-BDEC-4653-FD35CC888D43}"/>
              </a:ext>
            </a:extLst>
          </p:cNvPr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VS Code + Claude → PRD </a:t>
            </a:r>
            <a:r>
              <a:rPr lang="ko-KR" alt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업데이트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87E65B-DEB4-01D4-AD0B-3EC611F4EE5C}"/>
              </a:ext>
            </a:extLst>
          </p:cNvPr>
          <p:cNvSpPr/>
          <p:nvPr/>
        </p:nvSpPr>
        <p:spPr>
          <a:xfrm>
            <a:off x="640080" y="1334832"/>
            <a:ext cx="458415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VS Code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에서 </a:t>
            </a:r>
            <a:r>
              <a:rPr lang="en-US" altLang="ko-KR" sz="1400" b="1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Github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Project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불러오기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Claude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Code</a:t>
            </a:r>
            <a:r>
              <a:rPr lang="ko-KR" altLang="en-US" sz="14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에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기존 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상품요구정의서 초안 넣고 </a:t>
            </a:r>
            <a:r>
              <a:rPr lang="en-US" altLang="ko-KR" sz="14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PRD.md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양식에 맞춰서 작성해달라고 요청하기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평가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(1.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대표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/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임원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,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개발 리드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,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</a:t>
            </a:r>
            <a:r>
              <a:rPr lang="ko-KR" alt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디자이너</a:t>
            </a:r>
            <a:r>
              <a:rPr lang="en-US" altLang="ko-KR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Claude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피드백 기반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,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추가 인사이트 얻은 부분 작성하여 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문서 개선 작업 요청 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(AI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개선안 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+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직접 개선안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업데이트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)</a:t>
            </a:r>
            <a:endParaRPr 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0F48F7-9D3E-0C50-9972-547C12D18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472" y="1121534"/>
            <a:ext cx="3059615" cy="351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0951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PRD </a:t>
            </a:r>
            <a:r>
              <a:rPr lang="ko-KR" alt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직접 </a:t>
            </a:r>
            <a:r>
              <a:rPr lang="en-US" sz="2600" b="1" dirty="0" err="1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검수</a:t>
            </a: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 포인트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6815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생성한 PRD를 그대로 쓰지 마세요. PM의 검증이 반드시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2243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42243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문제 정의에 구체적 수치가 있는가?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71504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사용자들이 불편해한다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82%가 매일 12분 소비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9967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219967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In Scope / Out of Scope가 구분되어 있는가?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49228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기능 구현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In: 개인 추천 / Out: 그룹, 예약, 결제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76914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297691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성공 지표에 측정 가능한 숫자가 있는가?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26952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만족도 향상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수락률 60%, NPS 40+, WAU 1000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원칙: 구체적 &gt; 추상적  |  숫자 &gt; 형용사  |  </a:t>
            </a:r>
            <a:r>
              <a:rPr lang="ko-KR" alt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참조 문서 </a:t>
            </a:r>
            <a:r>
              <a:rPr lang="en-US" sz="1000" b="1" dirty="0" err="1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링크</a:t>
            </a: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&gt; </a:t>
            </a:r>
            <a:r>
              <a:rPr lang="ko-KR" alt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참조 문서 내용 </a:t>
            </a:r>
            <a:r>
              <a:rPr lang="en-US" sz="1000" b="1" dirty="0" err="1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복사</a:t>
            </a:r>
            <a:endParaRPr lang="en-US" sz="10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2611D7A-806D-A69E-6E1A-26EC16DF5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312" y="1136151"/>
            <a:ext cx="3745286" cy="290337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08688"/>
            <a:ext cx="7863840" cy="237744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591568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[디자인]: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모던 카드형 UI, 따뜻한 컬러 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071317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프롬프트를 복사해서 Claude.ai 또는 Claude Code에 붙여넣기  |  필요시 수정 프롬프트 추가</a:t>
            </a:r>
            <a:endParaRPr lang="en-US" sz="11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2C807F0-C009-7309-F2AF-C8D071265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497" y="1145722"/>
            <a:ext cx="1878146" cy="290337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142AE92-3B2B-422D-8284-08850931D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643" y="1145722"/>
            <a:ext cx="1621317" cy="290337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652846"/>
              </p:ext>
            </p:extLst>
          </p:nvPr>
        </p:nvGraphicFramePr>
        <p:xfrm>
          <a:off x="457200" y="1556715"/>
          <a:ext cx="8229600" cy="217627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문제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해결 방법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HTML 파일이 안 열림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확장자가 .html인지 확인, 브라우저로 드래그 앤 드롭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화면이 하얗게만 나옴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Claude에게 '콘솔 오류 확인해줘'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디자인이 깨져 보임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'모바일 375px에 맞게 CSS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응답이 중간에 끊김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'이어서 작성해줘' 또는 '남은 부분 완성해줘' 입력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기능이 동작하지 않음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'버튼 클릭 이벤트가 작동하도록 JS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AI 응답이 마음에 안 들면? → 더 구체적인 지시를 추가하면 됩니다 ("~처럼 바꿔줘")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보너스: 프로토타입 배포하기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26941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만든 프로토타입을 외부에 공유하고 싶다면? 1-click 배포 서비스를 활용하세요.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588686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680126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Replit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09160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HTML 파일 업로드 → 즉시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무료 플랜으로 충분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14566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300600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빠른 테스트 공유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588686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520440" y="1680126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Lovable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09160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기반 앱 생성 +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디자인까지 담당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2914566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520440" y="300600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비개발자 친화적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88686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63640" y="1680126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09160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 연동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프로덕션 수준 호스팅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14566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300600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개발팀 협업 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 실습에서는 로컬 HTML 파일로 충분합니다. 배포는 선택사항!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Next Level: AI 자동화로 생산성 높이기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68265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Claude는 요청하면 다 해주지만, 자주 하는 작업을 자동화하면 속도가 달라집니다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37682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13232" y="1449977"/>
            <a:ext cx="45720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144997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137682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대화형 사용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137682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Claude에게 하나씩 요청  →  PRD 생성, 프로토타입 제작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06640" y="1422545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← 지금 여기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01690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13232" y="2090057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3232" y="209005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01690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MCP + Skill 세팅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01690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MCP: Jira·Slack 등 외부 서비스 연결  |  Skill: PM별 자주 쓰는 명령 미리 등록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5698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13232" y="2730137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13232" y="273013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65698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Agent + Plugin 구성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265698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Agent: 복잡한 작업을 자동 수행하는 AI 비서  |  Plugin: MCP+Skill을 묶어 원클릭 실행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297065"/>
            <a:ext cx="7863840" cy="53035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13232" y="3370217"/>
            <a:ext cx="457200" cy="38404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13232" y="337021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371600" y="329706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 조직 통합 자동화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329706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팀 공통 Skill·Agent·Plugin을 표준화  →  온보딩 1일 내 세팅 완료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자동화는 한 번에 하는 게 아닙니다. 반복되는 작업부터 하나씩 — 그게 PM의 생산성입니다.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구조화한 제품 기획서 — Why/What/How 프레임워크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15분 만에 만든 동작하는 모바일 웹 데모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→ 프로토타입 → 배포 반복 프로세스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역할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시대에도 변하지 않는 PM의 4가지 고유 역량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  |  FastCampus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Q&amp;A  ·  피드백  ·  네트워킹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2668</Words>
  <Application>Microsoft Macintosh PowerPoint</Application>
  <PresentationFormat>화면 슬라이드 쇼(16:9)</PresentationFormat>
  <Paragraphs>466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1" baseType="lpstr">
      <vt:lpstr>NanumGothic</vt:lpstr>
      <vt:lpstr>NanumGothic Bold</vt:lpstr>
      <vt:lpstr>NanumGothicExtraBold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A4794</cp:lastModifiedBy>
  <cp:revision>20</cp:revision>
  <dcterms:created xsi:type="dcterms:W3CDTF">2026-04-16T21:54:14Z</dcterms:created>
  <dcterms:modified xsi:type="dcterms:W3CDTF">2026-04-17T05:03:39Z</dcterms:modified>
</cp:coreProperties>
</file>