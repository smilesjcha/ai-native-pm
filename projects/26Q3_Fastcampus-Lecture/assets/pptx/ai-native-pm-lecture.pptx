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28016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NATIVE 시대,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PM의 새로운 무기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글로벌 PM 트렌드  ·  기획 문서 계층  ·  AI 도구 협업  ·  프로토타입 데모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FastCampus  |  2026.04.16  |  차성재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오늘의 여정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374904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🎤  강의  30분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 본질과 고유 역할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3가지 시대: Feature → Product-Led → AI Native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기획 문서 계층과 Why→What→How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도구 협업 마스터 플랜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라이브 데모: PRD + 프로토타입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374904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43000"/>
            <a:ext cx="36576" cy="25603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💻  실습  60분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92040" y="16459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아이디어 → PRD 재료 (5개 항목)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Manyfast.io로 PRD 초안 생성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Code로 HTML 프로토타입</a:t>
            </a:r>
            <a:endParaRPr lang="en-US" sz="12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2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배포까지 (Replit / Lovable / Vercel)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오늘의 목표:  PRD + 동작하는 프로토타입을 직접 만들어 가기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2296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 채용 공고에서</a:t>
            </a:r>
            <a:endParaRPr lang="en-US" sz="36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가장 많이 추가된</a:t>
            </a:r>
            <a:endParaRPr lang="en-US" sz="36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3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키워드는?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2024  vs 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손 들기 유도:  "AI?  프로토타이핑?  데이터?"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AI, PM 채용의 뉴노멀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ProductBoard PM Hiring Report 기반 분석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1097280"/>
          <a:ext cx="6949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20240"/>
                <a:gridCol w="1920240"/>
                <a:gridCol w="19202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언급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프로토타이핑 우대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프롬프트 역량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2024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23%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15%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5%</a:t>
                      </a:r>
                      <a:endParaRPr lang="en-US" sz="15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2026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67%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52%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38%</a:t>
                      </a:r>
                      <a:endParaRPr lang="en-US" sz="15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2560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약 3배 증가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출처: PM 채용 트렌드 리포트 2024-2026, 글로벌 채용 플랫폼 데이터 종합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AI가 PM을</a:t>
            </a:r>
            <a:endParaRPr lang="en-US" sz="3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대체하는 게 아닙니다.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2514600"/>
            <a:ext cx="6949440" cy="6858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5146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AI를 쓰는 PM이, 안 쓰는 PM을 대체합니다.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그렇다면, PM만의 고유한 역할은 무엇인가?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PM만이 할 수 있는 고유한 역할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개발자도 PRD를 쓸 수 있고, AI가 코드도 만들어주는 시대 — PM의 본질이 더 중요해졌다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515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0515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도메인 이해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83280" y="1051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실제 산업 현장의 맥락을 파악하고, 현재 상태에서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유의미한 방향성을 정의하는 능력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280160" y="1600200"/>
            <a:ext cx="7223760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1709928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709928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7099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비즈니스 판단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17099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수익성 · 신규 고객 확장력 · 대표/이사회/투자자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기대치를 종합하여 제품 방향을 결정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280160" y="2258568"/>
            <a:ext cx="7223760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2368296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368296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236829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제약 조건 내 최적화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23682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주어진 예산 · 기간 · 개발 인력 안에서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최대 아웃풋을 내는 현실적 스코프 설계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280160" y="2916936"/>
            <a:ext cx="7223760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026664"/>
            <a:ext cx="45720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026664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30266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기능 수준의 우선순위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83280" y="302666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기능 하나하나에 P0/P1/P2를 매기고,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무엇을 먼저 만들지 결정하는 판단력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AI는 실행 속도를 높여주지만, 무엇을 실행할지 결정하는 것은 PM이다.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시대, PM의 본질 = 맥락 설계자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3749040" cy="27432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234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AI가 잘하는 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시장 데이터 수집 · 경쟁사 분석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구조화 · 기능 명세 초안 작성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프로토타입 코드 생성 (HTML/React)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KPI 프레임워크 제안 · 지표 설계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 시나리오 · 엣지 케이스 도출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43000"/>
            <a:ext cx="3749040" cy="2743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2344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PM만이 해야 하는 것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64592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"이것을 왜 지금 해야 하는가" 판단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트레이드오프 결정 (범위 vs 일정 vs 품질)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이해관계자 합의와 우선순위 조율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자사 데이터 해석과 비즈니스 판단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Go / No-Go 의사결정과 리스크 관리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AI는 최고의 부사수. 하지만 방향을 정하는 건 PM이다.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PM의 3가지 시대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2514600" cy="27432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Feature PM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~2019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219456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기능 정의자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Jira · Word · PPT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분기 단위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143000"/>
            <a:ext cx="2514600" cy="27432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4" name="Text 12"/>
          <p:cNvSpPr/>
          <p:nvPr/>
        </p:nvSpPr>
        <p:spPr>
          <a:xfrm>
            <a:off x="35204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Product-Led PM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2020~24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219456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6"/>
          <p:cNvSpPr/>
          <p:nvPr/>
        </p:nvSpPr>
        <p:spPr>
          <a:xfrm>
            <a:off x="35204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성장 설계자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204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Notion · Figma · A/B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2주 스프린트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2514600" cy="2743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6263640" y="12527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Era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63640" y="15087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Native PM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63640" y="18928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2025~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63640" y="2194560"/>
            <a:ext cx="2240280" cy="1828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맥락 설계자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63640" y="260604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· Cursor · Manyfast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28803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⏱ 시간~일 단위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Dennis Yang (Chime PM): Claude Code로 20분 만에 프로토타입 → 팀 미팅에서 실제 동작 시연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"Tell"에서 "Show"로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PM의 역할 변화: 문서로 설명하던 시대에서, 만들어서 보여주는 시대로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29000"/>
                <a:gridCol w="3429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시대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기존 방식 (Tell)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새로운 방식 (Show)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Feature PM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PRD 문서로 설명 → 개발팀에 전달 → 분기 후 결과 확인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Product-Led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Figma 프로토타입 의뢰 → A/B 테스트 → 2주 스프린트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Native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5E7EB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—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프롬프트 → PRD → 프로토타입 직접 생성 → 시간 단위 검증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200400"/>
            <a:ext cx="786384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8" name="Shape 5"/>
          <p:cNvSpPr/>
          <p:nvPr/>
        </p:nvSpPr>
        <p:spPr>
          <a:xfrm>
            <a:off x="640080" y="3200400"/>
            <a:ext cx="36576" cy="5029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32004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바이브 프로토타이핑 (Vibe Prototyping) — 텍스트 프롬프트만으로 기능적 소프트웨어를 생성하는 새로운 패러다임  (Forbes, 2026)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무엇이 바뀌었나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651760"/>
                <a:gridCol w="274320"/>
                <a:gridCol w="4297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구분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Before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After (AI Native)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문서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Word → Notion, 수동 작성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AI가 PRD 초안 생성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프로토타입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디자이너/개발자에게 의뢰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PM이 직접 AI로 생성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검증 속도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 주 (기획→개발→출시)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 시간 (즉시 확인)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PM 역할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기능 전달자 (Tell)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맥락 설계자 (Show)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검증 주기</a:t>
                      </a:r>
                      <a:endParaRPr lang="en-US" sz="13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분기 1회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→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주 단위 반복</a:t>
                      </a:r>
                      <a:endParaRPr lang="en-US" sz="13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Native PM의 3가지 무기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10972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프롬프팅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0972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코딩이 아니라, AI에게 의도를 정확히 전달하는 능력.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맥락(Context)을 잘 구조화하는 것이 핵심.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745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0" y="1874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활용점 정의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1874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"이 제품에서 AI가 어디서 가치를 만드는가?"를 설계.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대체할 수 있는 작업 vs PM이 판단할 작업을 구분.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6517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2651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빠른 검증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2651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"만들어서 확인하기"를 일상화하는 습관.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→ 프로토타입 → 피드백을 시간 단위로 반복.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코드를 쓸 줄 몰라도 됩니다. AI에게 무엇을 시킬지 알면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기획 문서의 계층 구조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아래 → 위 참조, 위 → 아래 링크  |  PRD가 SSOT (Single Source of Truth)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97280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9728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88720" y="1051560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1188720" y="1051560"/>
            <a:ext cx="36576" cy="4754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10515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2-Pager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105156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왜 이걸 하는가?  (리더십 승인용)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1527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1755648"/>
            <a:ext cx="411480" cy="3840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175564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88720" y="1709928"/>
            <a:ext cx="7315200" cy="475488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88720" y="1709928"/>
            <a:ext cx="36576" cy="47548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170992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  (SSOT)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0" y="1709928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무엇을, 왜, 누구를 위해 만드는가?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21854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2414016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41401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2368296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8720" y="2368296"/>
            <a:ext cx="36576" cy="4754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23682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Specs · HLD · LLD · ADR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0" y="23682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보이고, 어떻게 구현하고, 왜 그렇게 결정했는가?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720" y="28437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↓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3072384"/>
            <a:ext cx="411480" cy="38404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07238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L3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188720" y="3026664"/>
            <a:ext cx="7315200" cy="47548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0" name="Shape 28"/>
          <p:cNvSpPr/>
          <p:nvPr/>
        </p:nvSpPr>
        <p:spPr>
          <a:xfrm>
            <a:off x="1188720" y="3026664"/>
            <a:ext cx="36576" cy="475488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31" name="Text 29"/>
          <p:cNvSpPr/>
          <p:nvPr/>
        </p:nvSpPr>
        <p:spPr>
          <a:xfrm>
            <a:off x="1371600" y="30266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Ops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114800" y="302666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출시 · 운영 · 모니터링하는가?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참고: Specs = 와이어프레임/UX 흐름  |  HLD = 상위 설계  |  LLD = 상세 설계  |  ADR = 의사결정 기록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PRD의 핵심: Why → What → How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822960" cy="5943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600200" y="1051560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8" name="Text 6"/>
          <p:cNvSpPr/>
          <p:nvPr/>
        </p:nvSpPr>
        <p:spPr>
          <a:xfrm>
            <a:off x="1783080" y="1051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왜 이 문제를 풀어야 하는가?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0" y="10515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§3 문제 정의 · 비즈니스 근거 · 데이터 증거 · 사용자 VOC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874520"/>
            <a:ext cx="822960" cy="5943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87452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What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600200" y="1874520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3" name="Text 11"/>
          <p:cNvSpPr/>
          <p:nvPr/>
        </p:nvSpPr>
        <p:spPr>
          <a:xfrm>
            <a:off x="1783080" y="18745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무엇을 만드는가?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18745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§4-§6 솔루션 · 페르소나 · 범위(In/Out) · 기능 명세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697480"/>
            <a:ext cx="822960" cy="59436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6974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How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600200" y="2697480"/>
            <a:ext cx="6903720" cy="5943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8" name="Text 16"/>
          <p:cNvSpPr/>
          <p:nvPr/>
        </p:nvSpPr>
        <p:spPr>
          <a:xfrm>
            <a:off x="1783080" y="26974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어떻게 성공을 측정하는가?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26974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§11 KPI · 실험 설계 · 롤아웃 전략 · Release Gate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Why가 흔들리면, What과 How는 의미가 없다. 항상 Why부터.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 품질 검증: 3가지 관점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Approved 상태 전환을 위한 3-관점 평가 프레임워크  |  각 관점 최소 기준 통과 필수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6858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05156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리더십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프로젝트에 투자할 가치가 있는가?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0" y="10515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전략 정합성 · 문제 정의 명확성 · ROI 합리성 · 시장 적합성 · 우선순위 정당성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874520"/>
            <a:ext cx="7863840" cy="6858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87452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34440" y="18745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디자이너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194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PRD만으로 와이어프레임을 그릴 수 있는가?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18745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시나리오 완전성 · UI/UX 플로우 · 가드레일/예외 · 컴포넌트 명세 · P0/P1 기능 정의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697480"/>
            <a:ext cx="7863840" cy="6858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697480"/>
            <a:ext cx="411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269748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EM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이 범위를 주어진 기간/리소스로 만들 수 있는가?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26974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성공 지표 측정 가능성 · 비용 추정 · 공수 산정(MD/MM) · 스코프 실현성 · NFR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각 관점 35점 만점, 23점 이상 통과  |  상세 기준: docs/evaluation/ 참조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AI가 각 단계를 어떻게 바꾸는가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371600"/>
                <a:gridCol w="43891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단계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기존 소요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AI Native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주요 도구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2-Pager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Claude, Gemini Deep Research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PRD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1~2주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수시간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Manyfast, Claude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Wireframe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Figma AI (Make), v0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Prototype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수십분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 Code, Cursor, Replit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배포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6B35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수분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Vercel, Replit, Lovable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전체 흐름: 아이디어 → PRD → 와이어프레임 → 프로토타입 → 배포까지 하루 안에 가능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5개 핵심 입력 — PRD의 씨앗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전체를 쓸 필요 없습니다. 이 5가지만 명확하면 AI가 나머지를 채워줍니다.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42416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서비스명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34640" y="1005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뭐라고 부를까?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직관적이고 기억하기 쉬운 이름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1517904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517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148132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타겟 유저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34640" y="148132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누구를 위한 건가?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52160" y="14813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행동 패턴까지 구체적으로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1993392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993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1956816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핵심 문제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834640" y="195681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어떤 문제를 해결하나?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852160" y="1956816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정량 수치가 있으면 강력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2468880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468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243230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활용점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834640" y="24323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어디서 가치를 만드나?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852160" y="2432304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대체할 구체적 작업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2944368"/>
            <a:ext cx="347472" cy="347472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9443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88720" y="290779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성공 기준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834640" y="290779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어떻게 성공을 아나?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52160" y="29077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측정 가능한 숫자로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이 5개만 명확하면 AI가 나머지를 채워줍니다  →  실습 Step 1에서 직접 작성!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AI 도구 협업: 마스터 플랜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하나의 도구가 아닌, 여러 AI 도구를 조합하여 PM 워크플로우를 가속화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0515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리서치 → PRD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0515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+ Gemini Deep Research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577840" y="10515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시장/경쟁 분석 → 구조화된 PRD 초안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27048"/>
            <a:ext cx="78638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15270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 → 와이어프레임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1527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+ Figma AI (Make)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15270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기반 자동 UI 레이아웃 생성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002536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002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 → 프로토타입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743200" y="20025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Code + Cursor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77840" y="20025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PRD에서 동작하는 HTML/React 앱 생성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478024"/>
            <a:ext cx="78638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4780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디자인 → 코드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24780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Figma + Google Stitch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77840" y="247802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Figma 디자인을 코드로 변환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953512"/>
            <a:ext cx="786384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29535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프로토타입 → 배포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43200" y="2953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Replit / Lovable / Vercel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77840" y="2953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1-click 배포로 외부 공유 가능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핵심: 어떤 도구를 쓰느냐가 아니라, PM이 '무엇을' 지시할지를 아는 것이 경쟁력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실전 도구 조합 예시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786384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97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Workflow A:  기획 → 프로토타입 → 배포 (오늘 실습)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(리서치)  →  Manyfast (PRD)  →  Claude Code (프로토타입)  →  Vercel / Replit (배포)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783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5개 입력 → PRD 초안(~5분) → HTML 생성(~15분) → 배포(~2분)  =  총 30분 이내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786384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377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Workflow B:  디자인 중심 (Figma 활용)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(PRD)  →  Figma AI / Make (와이어프레임)  →  Google Stitch (코드 변환)  →  Lovable (배포)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063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디자인 시스템이 중요한 B2C 서비스에 적합  |  Figma → 코드 자동 변환으로 개발 공수 절감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Google AI Studio: Gemini 기반 프롬프트 테스트 · 멀티모달 분석에 활용 가능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데모: 오늘의 점심 메이트 — PRD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51560"/>
            <a:ext cx="475488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🎯  문제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94560" y="10515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직장인 12분 × 250일 = 연 50시간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'뭐 먹지?' 고민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673352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733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💡  솔루션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16733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기분 + 예산 + 위치 →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맞춤 메뉴 3개 추천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295144"/>
            <a:ext cx="4754880" cy="5029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9514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📊  KPI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94560" y="229514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추천 수락률 60%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재사용률 주 3회, NPS 40+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916936"/>
            <a:ext cx="47548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91693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🤖  AI 모델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29169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Claude Haiku — 월 $15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p95 응답 &lt; 2초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0" y="1051560"/>
            <a:ext cx="2834640" cy="23317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5669280" y="1051560"/>
            <a:ext cx="28346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PRD.md 화면 캡처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(§3 문제 정의 + §11 KPI)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📋  화면 공유: PRD.md 라이브 시연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데모: 프로토타입 — 15분 만에 완성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단일 HTML 파일, 외부 API 없음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기분 선택 → 예산 선택 → AI 추천 결과 3개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모바일 반응형, 실제 버튼 동작 포함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6가지 기분 × 3가지 예산 = 54개 메뉴 데이터</a:t>
            </a:r>
            <a:endParaRPr lang="en-US" sz="13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수락/거절 피드백 UI 포함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0" y="1051560"/>
            <a:ext cx="3017520" cy="25603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486400" y="10515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프로토타입 모바일 화면 캡처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(기분 선택 + 추천 결과 화면)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📱  화면 공유: 프로토타입 라이브 시연  |  demo-prototype.html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이제 여러분 차례입니다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아이디어  →  PRD  →  프로토타입  →  배포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60분 안에 직접 체험합니다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828800" y="32918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완성도가 아닙니다.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과정을 경험하는 것이 목적입니다.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🕐  잠시 쉬고, 19:20에 실습 시작!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91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WORKSHOP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내 아이디어를 60분 만에 프로토타입으로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19:20 ~ 20:20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실습 흐름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69848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6984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051560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10분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0515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환경 세팅 + 트랙 선택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105156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Manyfast · Claude · 메모장 준비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600200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6002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28800" y="1581912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158191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아이디어 → PRD 재료 (5개 항목)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0" y="158191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서비스명/타겟/문제/AI활용/성공기준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2130552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13055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112264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1226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Manyfast.io → PRD 초안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0" y="211226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PRD 생성 + 검수 포인트 확인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2660904"/>
            <a:ext cx="1005840" cy="38404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266090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828800" y="2642616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15분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51760" y="264261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Claude → HTML 프로토타입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264261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프롬프트 → 생성 → 확인 → 배포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191256"/>
            <a:ext cx="1005840" cy="38404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19125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Buffer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28800" y="317296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5분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51760" y="317296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저장 + 발표 준비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0" y="317296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결과물 저장, 엘리베이터 피치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0: 환경 세팅 + 트랙 선택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Manyfast.io 로그인 완료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Claude.ai 또는 Claude Code 접속 완료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메모장 (Notion / Apple Notes / 메모장) 준비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☐  작업 폴더 생성 (선택사항)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749040" cy="10515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097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🟢  공통 트랙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417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강사 주제 따라가기 (오늘의 점심 메이트)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처음 해보는 분 추천!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2286000"/>
            <a:ext cx="3749040" cy="105156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2331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🔵  자유 트랙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26517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본인 아이디어로 자율 진행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핵심 기능 1개로 좁히기!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840480" cy="50292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40080" y="35204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Manyfast.io 로그인 화면 캡처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1: 5개 항목 채우기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005840"/>
            <a:ext cx="749808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188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서비스명:  ___________________________________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1600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타겟 유저:  ___________________________________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011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핵심 문제:  ___________________________________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97280" y="24231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AI 활용점:  ___________________________________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5.  성공 기준:  ___________________________________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794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⏱  10분 안에 채워주세요!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1: 예시 — 오늘의 점심 메이트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005840"/>
            <a:ext cx="7498080" cy="256032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005840"/>
            <a:ext cx="36576" cy="25603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188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1.  서비스명:</a:t>
            </a:r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오늘의 점심 메이트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600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2.  타겟 유저:</a:t>
            </a:r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점심 메뉴 고민이 많은 직장인 (강남/판교 오피스)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0116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3.  핵심 문제:</a:t>
            </a:r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매일 '뭐 먹지?' 고민에 12분 낭비, 65% 같은 메뉴 반복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4231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4.  AI 활용점:</a:t>
            </a:r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기분/예산 기반 맞춤 메뉴 3개 추천 (Claude Haiku)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834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5.  성공 기준:</a:t>
            </a:r>
            <a:pPr indent="0" marL="0">
              <a:buNone/>
            </a:pPr>
            <a:r>
              <a:rPr lang="en-US" sz="14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추천 수락률 60%, 주간 재사용 3회 이상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1: 짝꿍 피드백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옆 사람에게 보여주세요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828800" y="2011680"/>
            <a:ext cx="548640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2011680" y="2103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"이 서비스를 당장 쓸 것 같나요?"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2606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네 → 좋은 신호! 🎯    |    글쎄 → 핵심 문제 다시 점검 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 짝꿍의 첫 반응이 냉담하면, 문제 정의를 더 날카롭게 다듬어보세요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2: Manyfast.io → PRD 초안 생성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1.  새 프로젝트 생성 (프로젝트명 입력)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2.  5개 항목을 프로젝트 설명에 붙여넣기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3.  PRD 생성 실행 (~1분 소요)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111111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4.  핵심 기능 부분만 복사 → 메모장 저장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051560"/>
            <a:ext cx="3017520" cy="1828800"/>
          </a:xfrm>
          <a:prstGeom prst="rect">
            <a:avLst/>
          </a:prstGeom>
          <a:solidFill>
            <a:srgbClr val="E5E7EB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486400" y="10515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📷  Manyfast.io PRD 생성 화면 캡처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(입력 → 결과)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918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⚠️  PRD 전체 복사 금지 — 핵심 기능 3줄 요약만 저장 (토큰 절감)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2: PRD 검수 포인트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생성한 PRD를 그대로 쓰지 마세요. PM의 검증이 반드시 필요합니다.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051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문제 정의에 구체적 수치가 있는가?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3441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사용자들이 불편해한다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직장인 82%가 매일 12분 소비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28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In Scope / Out of Scope가 구분되어 있는가?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1214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추천 기능 구현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In: 개인 추천 / Out: 그룹, 예약, 결제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606040"/>
            <a:ext cx="786384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606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✅  성공 지표에 측정 가능한 숫자가 있는가?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28986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✗ </a:t>
            </a:r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사용자 만족도 향상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✓ </a:t>
            </a:r>
            <a:pPr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수락률 60%, NPS 40+, WAU 1000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원칙: 구체적 &gt; 추상적  |  숫자 &gt; 형용사  |  링크 &gt; 복사  (PRD 작성 5대 원칙)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3: Claude → 프로토타입 생성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005840"/>
            <a:ext cx="7863840" cy="2377440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18872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PRD를 기반으로 모바일 웹 UI 프로토타입을
HTML 단일 파일로 만들어줘.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[서비스명]: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오늘의 점심 메이트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[핵심 기능]: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기분 선택 → 예산 선택 → 메뉴 3개 추천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[조건]: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단일 HTML / 모바일 반응형 / 한국어 UI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[디자인]: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모던 카드형 UI, 따뜻한 컬러 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6B35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프롬프트를 복사해서 Claude.ai 또는 Claude Code에 붙여넣기  |  필요시 수정 프롬프트 추가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Step 3: 트러블슈팅</a:t>
            </a:r>
            <a:endParaRPr lang="en-US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문제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anumGothic Bold" pitchFamily="34" charset="0"/>
                          <a:ea typeface="NanumGothic Bold" pitchFamily="34" charset="-122"/>
                          <a:cs typeface="NanumGothic Bold" pitchFamily="34" charset="-120"/>
                        </a:rPr>
                        <a:t>해결 방법</a:t>
                      </a:r>
                      <a:endParaRPr lang="en-US" sz="1200" dirty="0">
                        <a:latin typeface="NanumGothic Bold" charset="0"/>
                        <a:ea typeface="NanumGothic Bold" charset="0"/>
                        <a:cs typeface="NanumGothi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HTML 파일이 안 열림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확장자가 .html인지 확인, 브라우저로 드래그 앤 드롭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화면이 하얗게만 나옴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Claude에게 '콘솔 오류 확인해줘'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디자인이 깨져 보임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'모바일 375px에 맞게 CSS 수정해줘'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응답이 중간에 끊김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'이어서 작성해줘' 또는 '남은 부분 완성해줘' 입력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기능이 동작하지 않음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NanumGothic" pitchFamily="34" charset="0"/>
                          <a:ea typeface="NanumGothic" pitchFamily="34" charset="-122"/>
                          <a:cs typeface="NanumGothic" pitchFamily="34" charset="-120"/>
                        </a:rPr>
                        <a:t>'버튼 클릭 이벤트가 작동하도록 JS 수정해줘' 재요청</a:t>
                      </a:r>
                      <a:endParaRPr lang="en-US" sz="1200" dirty="0">
                        <a:latin typeface="NanumGothic" charset="0"/>
                        <a:ea typeface="NanumGothic" charset="0"/>
                        <a:cs typeface="Nanum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💡 AI 응답이 마음에 안 들면? → 더 구체적인 지시를 추가하면 됩니다 ("~처럼 바꿔줘")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보너스: 프로토타입 배포하기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만든 프로토타입을 외부에 공유하고 싶다면? 1-click 배포 서비스를 활용하세요.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Replit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1554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HTML 파일 업로드 → 즉시 배포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무료 플랜으로 충분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37744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4688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빠른 테스트 공유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051560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Lovable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0440" y="1554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프롬프트 기반 앱 생성 + 자동 배포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디자인까지 담당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237744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5" name="Text 13"/>
          <p:cNvSpPr/>
          <p:nvPr/>
        </p:nvSpPr>
        <p:spPr>
          <a:xfrm>
            <a:off x="3520440" y="24688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비개발자 친화적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051560"/>
            <a:ext cx="2514600" cy="23774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143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Vercel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1554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Git 연동 자동 배포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A2A2A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프로덕션 수준 호스팅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2377440"/>
            <a:ext cx="224028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0" name="Text 18"/>
          <p:cNvSpPr/>
          <p:nvPr/>
        </p:nvSpPr>
        <p:spPr>
          <a:xfrm>
            <a:off x="6263640" y="24688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추천: 개발팀 협업 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43205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오늘 실습에서는 로컬 HTML 파일로 충분합니다. 배포는 선택사항!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오늘 여러분이 만든 것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73736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474720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AI가 구조화한 제품 기획서 — Why/What/How 프레임워크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Prototype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965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15분 만에 만든 동작하는 모바일 웹 데모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25603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2560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아이디어 → PRD → 프로토타입 → 배포 반복 프로세스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3154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6B35"/>
                </a:solidFill>
                <a:latin typeface="NanumGothic ExtraBold" pitchFamily="34" charset="0"/>
                <a:ea typeface="NanumGothic ExtraBold" pitchFamily="34" charset="-122"/>
                <a:cs typeface="NanumGothic ExtraBold" pitchFamily="34" charset="-120"/>
              </a:rPr>
              <a:t>PM의 역할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3154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AI 시대에도 변하지 않는 PM의 4가지 고유 역량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914400" cy="36576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anumGothic Bold" pitchFamily="34" charset="0"/>
                <a:ea typeface="NanumGothic Bold" pitchFamily="34" charset="-122"/>
                <a:cs typeface="NanumGothic Bold" pitchFamily="34" charset="-120"/>
              </a:rPr>
              <a:t>AI NATIVE 시대, 여러분은 이미 준비되었습니다.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76072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차성재  |  FastCampus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NanumGothic" pitchFamily="34" charset="0"/>
                <a:ea typeface="NanumGothic" pitchFamily="34" charset="-122"/>
                <a:cs typeface="NanumGothic" pitchFamily="34" charset="-120"/>
              </a:rPr>
              <a:t>Q&amp;A  ·  피드백  ·  네트워킹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시대, AI PM의 새로운 무기</dc:title>
  <dc:subject>PptxGenJS Presentation</dc:subject>
  <dc:creator>차성재</dc:creator>
  <cp:lastModifiedBy>차성재</cp:lastModifiedBy>
  <cp:revision>1</cp:revision>
  <dcterms:created xsi:type="dcterms:W3CDTF">2026-04-16T00:06:00Z</dcterms:created>
  <dcterms:modified xsi:type="dcterms:W3CDTF">2026-04-16T00:06:00Z</dcterms:modified>
</cp:coreProperties>
</file>