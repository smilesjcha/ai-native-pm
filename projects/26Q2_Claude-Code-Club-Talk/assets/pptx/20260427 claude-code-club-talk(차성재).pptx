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46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200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58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milechacha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github.com/smilesjch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4864" cy="29489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CODE CLUB  ·  2026.04.27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PM으로의 전환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Agentic AI 서비스 기획과 실행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  ·  What  ·  How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261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차성재 (smilesjcha)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0462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Engineer → AI Service PM → Agentic AI side PM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26203" y="3611880"/>
            <a:ext cx="2500231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721404" y="3685032"/>
            <a:ext cx="21678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1404" y="3904488"/>
            <a:ext cx="2167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 발표는 무신사의 공식 입장이 아닌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발표자 개인의 견해입니다.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</a:rPr>
              <a:t>간단 자기 소개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4개 산업을 거친 AI 실무자, 지금은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FINANCE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금융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MLOps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AutoML for 은행/카드/보험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4033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64033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2321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MEDICAL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2321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의료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2321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CVOps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2321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대장내시경 실시간 탐지·진단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058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4058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2346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EDUCATION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346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교육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2346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LLMOps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346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영어 첨삭·AICC 학원 상담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4083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64083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2371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FASHION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2371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패션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82371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Agentic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2371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Agentic AI side PM (런칭 전)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Engineer (Backend)  →  AI Service PM  →  Agentic AI PM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 시립대 / 아주대 AI 부문 겸임교수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산업이 바뀌면 AI의 무게중심도 달라진다.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4개 산업 × 4가지 AI 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'AI'라도 산업마다 무게중심이 다르다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FINANCE  ·  MLOPS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금융 — MLOps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은행 / 카드 / 보험 대상 AutoML 솔루션.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학습·운영 파이프라인이 핵심.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MEDICAL  ·  CVOPS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의료 — CVOps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대장내시경 실시간 탐지·진단.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프레임 단위 비전 모델과 의사 워크플로우 결합.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EDUCATION  ·  LLMOPS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교육 — LLMOps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영어 글쓰기·말하기 채점·첨삭 + 학원 상담 AICC.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프롬프트와 평가 루프 운영이 핵심.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FASHION  ·  AGENTIC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패션 — Agentic AI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맥락에 따라 행동하는 에이전트 설계.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side PM, 런칭 전 단계.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역할이 바뀐 게 아니라, 표면적이 넓어졌다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Engineer → AI Service PM → Agentic AI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417320"/>
            <a:ext cx="3188208" cy="169164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3136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3136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Engineer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3136" y="2331720"/>
            <a:ext cx="2182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· 인프라 · 파이프라인.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'어떻게 만드는가'에 집중.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1221" y="1417320"/>
            <a:ext cx="3264843" cy="169164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00992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00992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Service PM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0992" y="2331720"/>
            <a:ext cx="2182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· 지표 · 검증.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'무엇을 만드는가'로 확장.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55792" y="1417320"/>
            <a:ext cx="2548128" cy="1691640"/>
          </a:xfrm>
          <a:prstGeom prst="rect">
            <a:avLst/>
          </a:prstGeom>
          <a:solidFill>
            <a:srgbClr val="0E2A4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38672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38672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Agentic AI PM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38672" y="2331720"/>
            <a:ext cx="2182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워크플로우 · 에이전트 · 컨텍스트.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'어떻게 일하게 만드는가'로 한 번 더.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PM이 다뤄야 할 표면적이 넓어졌다 — 사람·데이터·도구·에이전트까지.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If, </a:t>
            </a:r>
            <a:r>
              <a:rPr lang="en-US" sz="2600" b="1" dirty="0" err="1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모두가</a:t>
            </a: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 </a:t>
            </a: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Native가 되었다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도구가 평등해진 세계 — Then, </a:t>
            </a:r>
            <a:r>
              <a:rPr lang="en-US" sz="120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그럼</a:t>
            </a: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PM은?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377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ENGINEER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개발자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· Cursor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프롬프팅·리뷰·테스트 자동화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2377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DESIGNER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디자이너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와이어 · 카피 · 이미지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브랜드 톤 학습·반복 생성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2377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521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리더십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16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요약 · 리서치 보조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의사결정·전략 자료 생성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3291840"/>
            <a:ext cx="457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그럼 PM은 어디서 차별점을 만드는가?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PM의 본질 — 회사 목표 × 고객 니즈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도구가 평등할수록 '무엇을 풀지'를 가장 잘 아는 사람이 핵심이 된다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38248" y="1485900"/>
            <a:ext cx="2651760" cy="2651760"/>
          </a:xfrm>
          <a:prstGeom prst="ellipse">
            <a:avLst/>
          </a:prstGeom>
          <a:solidFill>
            <a:srgbClr val="DBEAFE">
              <a:alpha val="70000"/>
            </a:srgbClr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28989" y="1476756"/>
            <a:ext cx="2651760" cy="2651760"/>
          </a:xfrm>
          <a:prstGeom prst="ellipse">
            <a:avLst/>
          </a:prstGeom>
          <a:solidFill>
            <a:srgbClr val="DBEAFE">
              <a:alpha val="70000"/>
            </a:srgbClr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65949" y="25831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회사 목표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전략 · 지표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90008" y="2587437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고객 니즈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시나리오 · 맥락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3679" y="24917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Native PM이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정의하는 문제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도구가 아니라 문제 정의가 PM의 차별점이다.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비일반화 도메인의 시나리오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패션 같은 도메인은 일반 LLM이 모른다 — 시나리오·검증·지표가 PM의 무기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922" y="1417320"/>
            <a:ext cx="3188208" cy="178308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57189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7189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시나리오 정의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7189" y="2331720"/>
            <a:ext cx="2182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도메인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맥락에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맞는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도출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특수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표현·구매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패턴·계절성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07161" y="1417320"/>
            <a:ext cx="3266825" cy="178308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15045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5045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검증 방식 설계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5045" y="2331720"/>
            <a:ext cx="2182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사람 평가 · A/B ·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회귀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셋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시나리오마다 검증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방법이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다르다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3714" y="1417320"/>
            <a:ext cx="2548128" cy="1783080"/>
          </a:xfrm>
          <a:prstGeom prst="rect">
            <a:avLst/>
          </a:prstGeom>
          <a:solidFill>
            <a:srgbClr val="0E2A4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66594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66594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성공 지표 연결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66594" y="2331720"/>
            <a:ext cx="2182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북극성 지표 ·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보조</a:t>
            </a: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 → 측정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가능한</a:t>
            </a: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도메인이 좁을수록, PM의 디테일이 곧 모델의 디테일이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End-to-End 로드맵 — 세 개의 페이스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페이스가 다른 세 개의 루프가 동시에 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WEEKLY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0" y="1463040"/>
            <a:ext cx="13716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프롬프트·시나리오 회귀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빠른 검증·피드백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BIWEEKLY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871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2주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11680" y="2331720"/>
            <a:ext cx="2743200" cy="3200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01168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· 디자인 · 프로토 한 사이클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리더십 리뷰 1회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QUARTER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분기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011680" y="3200400"/>
            <a:ext cx="5486400" cy="320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0116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 · 로드맵 회고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분기 우선순위 재정의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페이스로만 일하면 디테일이나 방향성 중 하나를 놓친다.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산출물의 경계가 흐려진다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Design → Prototype → Engineering, PM이 프로토까지 끌고 간다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2697" y="1371600"/>
            <a:ext cx="2586806" cy="18288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88719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19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문제·시나리오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19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MD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기반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SSOT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시나리오·지표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96089" y="1371600"/>
            <a:ext cx="2586806" cy="18288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82111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82111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와이어·플로우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82111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와이어 +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디자이너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손길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화면만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89481" y="1371600"/>
            <a:ext cx="2586806" cy="18288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175503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75503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클릭되는 흐름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3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HTML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외부 의존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없는</a:t>
            </a: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86015" y="1371600"/>
            <a:ext cx="1883664" cy="1828800"/>
          </a:xfrm>
          <a:prstGeom prst="rect">
            <a:avLst/>
          </a:prstGeom>
          <a:solidFill>
            <a:srgbClr val="0E2A4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168895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68895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구현·핸드오프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68895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사양 + 프로토를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같이</a:t>
            </a: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전달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갭</a:t>
            </a: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50" dirty="0" err="1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최소화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440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PM이 프로토타입까지 들고 가면 — 합의 비용이 줄고, 구현 갭이 좁아진다.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PM의 7단계 사이클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gstack의 Think→Plan→Build→Review→Test→Ship→Reflect를 PM 버전으로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 정리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81356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8135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636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5636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PRD/시나리오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3652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98704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870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2984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2984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프로토+문서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1000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605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0332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리뷰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33400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3340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7680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680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검증·지표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5696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0748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074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5028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Ship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5028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핸드오프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3044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68096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809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376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Reflect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분기 회고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40080" y="3520440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14400" y="3520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“혼자서 8명의 전문가를 데리고 일하는 것처럼.”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gstack — Garry Tan (Y Combinator) · github.com/garrytan/gstack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도구 진화 — 코드 옆에서, 맥락 옆으로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VSCode + Claude 확장  →  Claude Desktop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5720" cy="21031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VSCode + Claude 확장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컨텍스트가 강함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 작업은 IDE에서 어색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맥락이 파일 단위로 끊김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77724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20640" y="1417320"/>
            <a:ext cx="3383280" cy="21031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45720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Claude Desktop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4924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맥락·문서 중심 작업 비중 ↑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Skill / Plugin / MCP 풀 활용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프로젝트별 컨텍스트 영속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옆 PM에서, 문서·맥락 옆 PM으로.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Skill · Plugin — 마구(harness)를 다듬는 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자체가 아니라, 도구를 어떻게 묶어 쓰느냐가 일이 되었다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377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TIER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단일 프롬프트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번의 대화 / 한 번의 결과.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재현·재사용 어려움.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377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141732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TIER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역할별 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PRD-review, scenario-spec,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leadership-summary 등 분리.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417320"/>
            <a:ext cx="2377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0" y="141732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5216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TIER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Plugin · MCP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개발자와 함께 정비.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 단위 표준 워크플로우.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“Harness engineering = 도구가 아니라 마구를 다듬는 일.”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재인용: gstack — Garry Tan (Y Combinator)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Confluence ↔ Markdown — 양식의 자유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양식이 아니라 내용에 시간을 쓰기 위해, MD를 작업 표준으로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5720" cy="21031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전사 표준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조직 가시성·검색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탭·표·이미지 풍부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리뷰/diff 약함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777240" cy="502920"/>
          </a:xfrm>
          <a:prstGeom prst="left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20640" y="14173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45720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MARKDOWN  ·  GITHUB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작업 표준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4924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diff · 코멘트 · 히스토리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 문서를 코드처럼 리뷰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버전 관리·자동화 친화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둘 사이를 자유롭게 변환할 수 있어야 한다 — 양식보다 내용이 먼저.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그림이 아니라, 클릭되는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와이어프레임 → Claude Code 프로토타입 → 리더십 리뷰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와이어프레임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46888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Wireframe Sketch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종이 / 피그마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2560320"/>
            <a:ext cx="18288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프로토타입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2011680"/>
            <a:ext cx="246888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Clickable HTML Mock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· 단일 HTML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560320"/>
            <a:ext cx="18288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리더십 리뷰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0" y="2011680"/>
            <a:ext cx="246888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03504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Stakeholder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직접 클릭하며 합의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44310"/>
            <a:ext cx="7863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3744310"/>
            <a:ext cx="457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14400" y="374431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그림으로 합의하던 걸 클릭으로 합의하면, 의사결정 속도가 바뀐다.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ai-native-pm — 단일 repo, 다중 PM, 다중 프로젝트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컨텍스트는 공통화, 프로젝트는 분리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63716"/>
            <a:ext cx="42062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363716"/>
            <a:ext cx="45720" cy="2697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1341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ai-native-pm/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616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 ← 거버넌스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context/           ← 무신사 공통 컨텍스트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company-policies/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domain-knowledge/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external-services/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templates/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evaluation/   ← 3관점 평가 기준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projects/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26Q2_PM-A_Project-X/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26Q2_PM-B_Project-Y/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26Q2_PM-C_Project-Z/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363716"/>
            <a:ext cx="34747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029200" y="1363716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12080" y="139272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공통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54912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Context once, reuse N times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80515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번 쌓은 도메인 지식을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프로젝트가 참조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323836"/>
            <a:ext cx="34747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29200" y="2323836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212080" y="235284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분리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50924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Project per PM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76527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PM별·프로젝트별 폴더로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 영역 명확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3283956"/>
            <a:ext cx="34747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29200" y="3283956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12080" y="331296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거버넌스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346936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Skill로 자동 검토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72539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리더십·디자인·엔지니어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평가 자동 실행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ai-native-pm (smilesjcha, 오픈소스) · github.com/smilesjcha/ai-native-pm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3관점 PRD 평가 — 한 PRD를 세 페르소나가 본다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리더십 · 디자이너 · 엔지니어를 Skill로 동시 실행하면 사각지대가 줄어든다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3774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572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45200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2632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리더십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8352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1212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프로젝트에 투자할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가치가 있는가?”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00648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체크 항목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23508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 · 지표 · 우선순위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371600"/>
            <a:ext cx="23774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154680" y="1371600"/>
            <a:ext cx="4572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145200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DESIGNER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72632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디자이너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18352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41212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PRD만으로 와이어를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그릴 수 있는가?”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300648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체크 항목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23508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흐름 · 일관성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1371600"/>
            <a:ext cx="23774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669280" y="1371600"/>
            <a:ext cx="4572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52160" y="145200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172632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엔지니어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52160" y="218352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41212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범위를 주어진 기간에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만들 수 있는가?”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52160" y="300648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체크 항목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323508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 가능성 · 리스크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ai-native-pm 레포의 Skill로 구현 — 한 번에 세 명의 리뷰를 받는다.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거버넌스 — 작은 규약이 큰 마찰을 줄인다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여러 PM이 같은 레포를 쓸 때 필요한 최소 약속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45697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445697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58285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FOLDER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5717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kebab-case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314377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prd/, specs/, wireframes/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45697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445697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58285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5717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YYQ#_Title-Case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2314377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26Q2_Claude-Code-Club-Talk/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85877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885877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02303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SSOT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9735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UPPER.md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754557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PRD.md · HLD.md · LLD.md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5877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885877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302303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DEPTH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29735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얕은 계층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754557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이해를 위해 단계 줄이기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한 장으로 보는 How 스택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· 문서 · 프로세스 · 거버넌스 — 4축으로 묶기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도구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 · Skills · MCP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(프로토)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DOCS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문서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MD ↔ Confluence 변환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GitHub 스타일 리뷰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프로세스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Design → Proto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Engineering 사이클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거버넌스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평가 · 네이밍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계층 단순화 · 톤 통일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72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PM은 도구가 아니라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마구(harness)를 다듬는 사람.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그리고 이건 진행 중인 실험의 중간 보고입니다.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4572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DISCLAIMER  ·  본 발표는 무신사의 공식 입장이 아닌 발표자 개인의 견해입니다.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400" dirty="0">
                <a:solidFill>
                  <a:srgbClr val="0B0F14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Q  &amp;  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질문과 의견을 환영합니다.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329184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28800" y="3291840"/>
            <a:ext cx="4572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  <a:hlinkClick r:id="rId3"/>
              </a:rPr>
              <a:t>www.linkedin.com/in/smilechacha</a:t>
            </a:r>
            <a:r>
              <a:rPr lang="en-US" altLang="ko-KR" sz="14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 &amp;</a:t>
            </a:r>
            <a:r>
              <a:rPr lang="en-US" sz="14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 </a:t>
            </a:r>
            <a:r>
              <a:rPr lang="en-US" sz="14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  <a:hlinkClick r:id="rId4"/>
              </a:rPr>
              <a:t>www.github.com/smilesjcha</a:t>
            </a:r>
            <a:endParaRPr lang="en-US" sz="1400" b="1" dirty="0">
              <a:solidFill>
                <a:srgbClr val="0E2A47"/>
              </a:solidFill>
              <a:latin typeface="NanumGothic Bold" pitchFamily="34" charset="0"/>
              <a:ea typeface="NanumGothic Bold" pitchFamily="34" charset="-122"/>
              <a:cs typeface="NanumGothic Bold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ai-native-pm  ·  open source PM workflow repo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1415</Words>
  <Application>Microsoft Macintosh PowerPoint</Application>
  <PresentationFormat>화면 슬라이드 쇼(16:9)</PresentationFormat>
  <Paragraphs>331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NanumGothic</vt:lpstr>
      <vt:lpstr>NanumGothic Bold</vt:lpstr>
      <vt:lpstr>NanumGothicExtraBold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PM으로의 전환 — Agentic AI 서비스 기획과 실행</dc:title>
  <dc:subject>PptxGenJS Presentation</dc:subject>
  <dc:creator>차성재 (smilesjcha)</dc:creator>
  <cp:lastModifiedBy>A4794</cp:lastModifiedBy>
  <cp:revision>2</cp:revision>
  <dcterms:created xsi:type="dcterms:W3CDTF">2026-04-26T20:42:28Z</dcterms:created>
  <dcterms:modified xsi:type="dcterms:W3CDTF">2026-04-26T21:06:04Z</dcterms:modified>
</cp:coreProperties>
</file>